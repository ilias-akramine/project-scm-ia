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Dynamic Routing VRPTW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Python project with OR-Tools, Simulated Annealing, KPIs, and dynamic re-routing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Problem covered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VRPTW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Real-time re-routing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New urgent order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Traffic incident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Deliverables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Python code only in /code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Benchmark comparison C1 / R1 / RC1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KPI charts and route maps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IEEE-style PDF report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Slides 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Methods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95360" y="17830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OR-Tools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Simulated Annealing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Greedy baseline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kept simple and solid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61872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OR-Tools is the main solver for VRPTW with time windows and vehicle capacity.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013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greedy baseline is used as a reference to show the gain from optimization.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6829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Annealing is the comparison metaheuristic: swap, insert, reverse, accept or reject with temperature.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352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scenario = one urgent order + one traffic zone that inflates travel times.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comparison on C1, R1 and RC1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KPIs: total distance, vehicles used, time-window respect, estimated CO2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pic>
        <p:nvPicPr>
          <p:cNvPr id="5" name="Image 0" descr="/mnt/data/project_option_c_refined/figures/comparis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065" y="1325880"/>
            <a:ext cx="6533951" cy="1874520"/>
          </a:xfrm>
          <a:prstGeom prst="rect">
            <a:avLst/>
          </a:prstGeom>
        </p:spPr>
      </p:pic>
      <p:pic>
        <p:nvPicPr>
          <p:cNvPr id="6" name="Image 1" descr="/mnt/data/project_option_c_refined/figure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90" y="3383280"/>
            <a:ext cx="90551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optimized routes (RC1)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pic>
        <p:nvPicPr>
          <p:cNvPr id="4" name="Image 0" descr="/mnt/data/project_option_c_refined/figures/initial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677" y="1234440"/>
            <a:ext cx="721672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re-routing after urgent order + traffic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pic>
        <p:nvPicPr>
          <p:cNvPr id="4" name="Image 0" descr="/mnt/data/project_option_c_refined/figures/rerouted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06" y="1234440"/>
            <a:ext cx="6963508" cy="5029200"/>
          </a:xfrm>
          <a:prstGeom prst="rect">
            <a:avLst/>
          </a:prstGeom>
        </p:spPr>
      </p:pic>
      <p:pic>
        <p:nvPicPr>
          <p:cNvPr id="5" name="Image 1" descr="/mnt/data/project_option_c_refined/figures/dynamic_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772784"/>
            <a:ext cx="2926080" cy="9466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83880" y="5120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Main takeaway: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The fleet uses one more vehicle after the disruption, and the total distance increases significantly, which confirms the impact of dynamic events on routing.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0" cy="0"/>
          </a:xfrm>
          <a:prstGeom prst="line">
            <a:avLst/>
          </a:prstGeom>
          <a:noFill/>
          <a:ln w="12700">
            <a:solidFill>
              <a:srgbClr val="9DB2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61872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OR-Tools consistently beats the baseline and slightly outperforms the metaheuristic on total distance.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013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metaheuristic remains acceptable as a custom comparison method and is easy to explain in an oral defense.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6829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now clearly covers: VRPTW, dynamic re-routing, new orders, incidents, KPIs, and benchmark instances.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46304" cy="146304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352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is kept in Python in the code folder, ready for GitHub submission.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Routing VRPTW</dc:title>
  <dc:subject>Option C VRPTW</dc:subject>
  <dc:creator>OpenAI</dc:creator>
  <cp:lastModifiedBy>OpenAI</cp:lastModifiedBy>
  <cp:revision>1</cp:revision>
  <dcterms:created xsi:type="dcterms:W3CDTF">2026-04-14T22:30:24Z</dcterms:created>
  <dcterms:modified xsi:type="dcterms:W3CDTF">2026-04-14T22:30:24Z</dcterms:modified>
</cp:coreProperties>
</file>